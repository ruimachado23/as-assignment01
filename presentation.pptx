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28016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nopCommerce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20116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 01: Observability in the Wild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9260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AS, 2025/2026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43891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Rui Machado - 113765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Goal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005840"/>
            <a:ext cx="109728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observability to nopCommerce's order flow with zero changes to method signatures or existing behaviour.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1828800" cy="164592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2286000"/>
            <a:ext cx="1828800" cy="457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5146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Distributed Tracing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301752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Jaeger via OTLP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43200" y="2286000"/>
            <a:ext cx="1828800" cy="164592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43200" y="2286000"/>
            <a:ext cx="1828800" cy="457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1" name="Text 9"/>
          <p:cNvSpPr/>
          <p:nvPr/>
        </p:nvSpPr>
        <p:spPr>
          <a:xfrm>
            <a:off x="2743200" y="25146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743200" y="301752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histograms &amp; counters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54880" y="2286000"/>
            <a:ext cx="1828800" cy="164592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754880" y="2286000"/>
            <a:ext cx="1828800" cy="457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5" name="Text 13"/>
          <p:cNvSpPr/>
          <p:nvPr/>
        </p:nvSpPr>
        <p:spPr>
          <a:xfrm>
            <a:off x="4754880" y="25146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754880" y="301752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 (auto-provisioned)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766560" y="2286000"/>
            <a:ext cx="1828800" cy="164592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66560" y="2286000"/>
            <a:ext cx="1828800" cy="457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9" name="Text 17"/>
          <p:cNvSpPr/>
          <p:nvPr/>
        </p:nvSpPr>
        <p:spPr>
          <a:xfrm>
            <a:off x="6766560" y="25146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Protection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766560" y="301752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Redaction before export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005840"/>
            <a:ext cx="1097280" cy="36576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4" name="Image 0" descr="/home/rmachado/uni/as/nopCommerce/docs/architectu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280160"/>
            <a:ext cx="8229600" cy="34747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Instrumentation Decisions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005840"/>
            <a:ext cx="109728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38404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PlaceOrderAsync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Root span for the full order flow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PreparePlaceOrderDetailsAsync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Validation &amp; data gathering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ProcessPaymentAsync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Payment gateway call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SaveOrderDetailsAsync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Database persistence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MoveCartItemsToOrderItemsAsync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Cart-to-order conversion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846320" y="1371600"/>
            <a:ext cx="0" cy="320040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12064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120640" y="1828800"/>
            <a:ext cx="3474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order.processing_duration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Histogram: end-to-end order time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payment.gateway_duration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Histogram: payment latency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inventory.adjustment_failures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Counter: stock adjustment errors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Surgical Approach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005840"/>
            <a:ext cx="109728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417320"/>
            <a:ext cx="228600" cy="2286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1732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43000" y="13716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signature changes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1920240"/>
            <a:ext cx="228600" cy="2286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92024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143000" y="18745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shared definitions file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43000" y="214884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spans and metrics are defined in a single file, keeping instrumentation centralised instead of scattered across services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" y="2834640"/>
            <a:ext cx="228600" cy="2286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83464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143000" y="27889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INopStartup integration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43000" y="306324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 is registered through nopCommerce's own startup interface at Order = -1, loading before all other services without touching existing startup code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31520" y="3749040"/>
            <a:ext cx="228600" cy="2286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74904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143000" y="37033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SDK-layer PII protection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43000" y="397764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PiiSanitisationProcessor intercepts every span before export and redacts sensitive tags, so no per-service sanitisation logic is needed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Inline Instrumentation?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005840"/>
            <a:ext cx="109728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28016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approach: inline spans inside existing methods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31520" y="1828800"/>
            <a:ext cx="7680960" cy="91440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828800"/>
            <a:ext cx="54864" cy="91440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1901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Decorator Pattern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858000" y="1901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05840" y="219456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nopCommerce registers concrete classes in DI, not interfaces. Other code depends on the specific class by name. Swapping in a wrapper would break those dependencies. Would require refactoring the entire DI setup.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2880360"/>
            <a:ext cx="7680960" cy="91440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31520" y="2880360"/>
            <a:ext cx="54864" cy="91440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" y="295351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DiagnosticSource / DiagnosticListener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858000" y="29535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005840" y="324612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Separates span logic into a listener, but still requires inline changes to emit events. Adds infrastructure complexity that only pays off at 20+ methods. For 5 methods, the overhead is not justified.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31520" y="3931920"/>
            <a:ext cx="7680960" cy="91440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31520" y="3931920"/>
            <a:ext cx="54864" cy="9144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" y="400507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 (using var activity = ...)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858000" y="400507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05840" y="429768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 changes: two lines per method. No-op when no listener is registered. No new dependencies. No refactoring of existing architecture. Pragmatic choice for 5 methods.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PII Protection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005840"/>
            <a:ext cx="109728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28016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enforcement point: PiiSanitisationProcessor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31520" y="1920240"/>
            <a:ext cx="7680960" cy="256032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05840" y="210312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05840" y="2560320"/>
            <a:ext cx="7132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Extends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BaseProcessor&lt;Activity&gt;</a:t>
            </a:r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runs on every span before export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Scans all tag keys against a pattern list (email, name, phone, card, address, ...)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Matching tags are replaced with </a:t>
            </a:r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[REDACTED]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per-service logic required. One class handles all PII across the application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Dashboard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005840"/>
            <a:ext cx="1097280" cy="36576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4" name="Image 0" descr="/home/rmachado/uni/as/nopCommerce/load-test/dashboa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280160"/>
            <a:ext cx="768096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Architectural Critique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005840"/>
            <a:ext cx="109728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371600"/>
            <a:ext cx="3657600" cy="310896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371600"/>
            <a:ext cx="365760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5544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Helped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2011680"/>
            <a:ext cx="32918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 architecture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diagnostics file, no circular deps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Well-decomposed methods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span boundaries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INopStartup interface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Pure-additive registration at Order = -1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754880" y="1371600"/>
            <a:ext cx="3657600" cy="310896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1371600"/>
            <a:ext cx="365760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0" name="Text 8"/>
          <p:cNvSpPr/>
          <p:nvPr/>
        </p:nvSpPr>
        <p:spPr>
          <a:xfrm>
            <a:off x="4937760" y="15544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Hindered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937760" y="2011680"/>
            <a:ext cx="32918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methods on concrete classes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Decorator pattern impractical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 control-flow in PlaceOrderAsync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Duplicated metric recording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Opaque payment plugins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internals invisible to spans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64592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2560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420624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https://github.com/ruimachado23/as-assignment01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nopCommerce — Assignment 01 — Observability in the Wild</dc:title>
  <dc:subject>PptxGenJS Presentation</dc:subject>
  <dc:creator>Rui Machado</dc:creator>
  <cp:lastModifiedBy>Rui Machado</cp:lastModifiedBy>
  <cp:revision>1</cp:revision>
  <dcterms:created xsi:type="dcterms:W3CDTF">2026-03-23T23:36:20Z</dcterms:created>
  <dcterms:modified xsi:type="dcterms:W3CDTF">2026-03-23T23:36:20Z</dcterms:modified>
</cp:coreProperties>
</file>